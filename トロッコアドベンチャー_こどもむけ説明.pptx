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36208"/>
            <a:ext cx="12192000" cy="16459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0" y="274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0" y="274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0" y="274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🌟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01200" y="274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005840"/>
            <a:ext cx="11521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🚃  トロッコ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11521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EE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アドベンチャー！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74320" y="3931920"/>
            <a:ext cx="11521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さあ、みんなでチャレンジしよう！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43200" y="5394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🌟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29200" y="5394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15200" y="5394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🌟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601200" y="5394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このゲームは？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520440" cy="4754880"/>
          </a:xfrm>
          <a:prstGeom prst="roundRect">
            <a:avLst>
              <a:gd name="adj" fmla="val 6494"/>
            </a:avLst>
          </a:prstGeom>
          <a:solidFill>
            <a:srgbClr val="1A3A6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もんだい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画面に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二択の問題が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出てくる！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60520" y="1051560"/>
            <a:ext cx="3520440" cy="4754880"/>
          </a:xfrm>
          <a:prstGeom prst="roundRect">
            <a:avLst>
              <a:gd name="adj" fmla="val 6494"/>
            </a:avLst>
          </a:prstGeom>
          <a:solidFill>
            <a:srgbClr val="1A4A1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1887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👈👉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60520" y="21031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左か右か！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60520" y="283464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チームで話し合って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「左」か「右」か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決める！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55280" y="1051560"/>
            <a:ext cx="3520440" cy="4754880"/>
          </a:xfrm>
          <a:prstGeom prst="roundRect">
            <a:avLst>
              <a:gd name="adj" fmla="val 6494"/>
            </a:avLst>
          </a:prstGeom>
          <a:solidFill>
            <a:srgbClr val="4A2A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11887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🚃💨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955280" y="21031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正解なら進む！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55280" y="283464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正解すると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トロッコが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先に進む！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521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🚃  トロッコに乗ろう！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155680" cy="2011680"/>
          </a:xfrm>
          <a:prstGeom prst="roundRect">
            <a:avLst>
              <a:gd name="adj" fmla="val 9091"/>
            </a:avLst>
          </a:prstGeom>
          <a:solidFill>
            <a:srgbClr val="2A1A05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🪑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チームメンバー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🪑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チームメンバー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🪑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レバー役 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🪑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チームメンバー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🪑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2104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チームメンバー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11155680" cy="594360"/>
          </a:xfrm>
          <a:prstGeom prst="roundRect">
            <a:avLst>
              <a:gd name="adj" fmla="val 12308"/>
            </a:avLst>
          </a:prstGeom>
          <a:solidFill>
            <a:srgbClr val="111130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00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⭐  「レバー役」の1人が真ん中に座る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3904488"/>
            <a:ext cx="11155680" cy="594360"/>
          </a:xfrm>
          <a:prstGeom prst="roundRect">
            <a:avLst>
              <a:gd name="adj" fmla="val 12308"/>
            </a:avLst>
          </a:prstGeom>
          <a:solidFill>
            <a:srgbClr val="111130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0448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EE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📱  レバー役はスマホを持って左右ボタンを押す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4608576"/>
            <a:ext cx="11155680" cy="594360"/>
          </a:xfrm>
          <a:prstGeom prst="roundRect">
            <a:avLst>
              <a:gd name="adj" fmla="val 12308"/>
            </a:avLst>
          </a:prstGeom>
          <a:solidFill>
            <a:srgbClr val="111130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08576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💬  他のメンバーは話し合って答えを決める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" y="5312664"/>
            <a:ext cx="11155680" cy="594360"/>
          </a:xfrm>
          <a:prstGeom prst="roundRect">
            <a:avLst>
              <a:gd name="adj" fmla="val 12308"/>
            </a:avLst>
          </a:prstGeom>
          <a:solidFill>
            <a:srgbClr val="111130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312664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EE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🚫  答えが決まったらレバー役に伝える！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521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📱  こたえかた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画面の問題を見て…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029200" cy="3200400"/>
          </a:xfrm>
          <a:prstGeom prst="roundRect">
            <a:avLst>
              <a:gd name="adj" fmla="val 10000"/>
            </a:avLst>
          </a:prstGeom>
          <a:solidFill>
            <a:srgbClr val="0033BB"/>
          </a:solidFill>
          <a:ln w="12700">
            <a:solidFill>
              <a:srgbClr val="44A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←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4AA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LEFT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左を選ぶとき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94960" y="2560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or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675120" y="1645920"/>
            <a:ext cx="5029200" cy="3200400"/>
          </a:xfrm>
          <a:prstGeom prst="roundRect">
            <a:avLst>
              <a:gd name="adj" fmla="val 10000"/>
            </a:avLst>
          </a:prstGeom>
          <a:solidFill>
            <a:srgbClr val="AA0000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6916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675120" y="30175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RIGHT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675120" y="3749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右を選ぶとき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155680" cy="640080"/>
          </a:xfrm>
          <a:prstGeom prst="roundRect">
            <a:avLst>
              <a:gd name="adj" fmla="val 14286"/>
            </a:avLst>
          </a:prstGeom>
          <a:solidFill>
            <a:srgbClr val="2A2A00"/>
          </a:solidFill>
          <a:ln w="12700">
            <a:solidFill>
              <a:srgbClr val="FFE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1206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EE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⏰ タイマーが0になったら、そのときのボタンで決まる！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521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どうなるの？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212080" cy="5029200"/>
          </a:xfrm>
          <a:prstGeom prst="roundRect">
            <a:avLst>
              <a:gd name="adj" fmla="val 5455"/>
            </a:avLst>
          </a:prstGeom>
          <a:solidFill>
            <a:srgbClr val="003300"/>
          </a:solidFill>
          <a:ln w="12700">
            <a:solidFill>
              <a:srgbClr val="55EE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✅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5EE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せいかい！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・トロッコが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どんどん進む！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・次の問題へ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進める！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・どんどんポイント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が増える！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09360" y="960120"/>
            <a:ext cx="5212080" cy="5029200"/>
          </a:xfrm>
          <a:prstGeom prst="roundRect">
            <a:avLst>
              <a:gd name="adj" fmla="val 5455"/>
            </a:avLst>
          </a:prstGeom>
          <a:solidFill>
            <a:srgbClr val="330000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0058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❌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ふせいかい…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・トロッコが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落ちてしまう！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・ゲームオーバー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・でも正解した分の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ポイントは残る！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521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💬  みんなで話し合おう！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960120"/>
            <a:ext cx="9144000" cy="804672"/>
          </a:xfrm>
          <a:prstGeom prst="roundRect">
            <a:avLst>
              <a:gd name="adj" fmla="val 13636"/>
            </a:avLst>
          </a:prstGeom>
          <a:solidFill>
            <a:srgbClr val="1A2A4A"/>
          </a:solidFill>
          <a:ln w="12700">
            <a:solidFill>
              <a:srgbClr val="44A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960120"/>
            <a:ext cx="8961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AA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❓  問題が出た！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94960" y="17647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1920240"/>
            <a:ext cx="9144000" cy="804672"/>
          </a:xfrm>
          <a:prstGeom prst="roundRect">
            <a:avLst>
              <a:gd name="adj" fmla="val 13636"/>
            </a:avLst>
          </a:prstGeom>
          <a:solidFill>
            <a:srgbClr val="1A3A1A"/>
          </a:solidFill>
          <a:ln w="12700">
            <a:solidFill>
              <a:srgbClr val="55EE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920240"/>
            <a:ext cx="8961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5EE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🗣️  みんなで話し合う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94960" y="27249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880360"/>
            <a:ext cx="9144000" cy="804672"/>
          </a:xfrm>
          <a:prstGeom prst="roundRect">
            <a:avLst>
              <a:gd name="adj" fmla="val 13636"/>
            </a:avLst>
          </a:prstGeom>
          <a:solidFill>
            <a:srgbClr val="3A2A00"/>
          </a:solidFill>
          <a:ln w="12700">
            <a:solidFill>
              <a:srgbClr val="FFE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880360"/>
            <a:ext cx="8961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E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👆  「左！」「右！」と伝える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94960" y="3685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840480"/>
            <a:ext cx="9144000" cy="804672"/>
          </a:xfrm>
          <a:prstGeom prst="roundRect">
            <a:avLst>
              <a:gd name="adj" fmla="val 13636"/>
            </a:avLst>
          </a:prstGeom>
          <a:solidFill>
            <a:srgbClr val="3A001A"/>
          </a:solidFill>
          <a:ln w="12700">
            <a:solidFill>
              <a:srgbClr val="FF8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840480"/>
            <a:ext cx="8961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8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📱  レバー役がボタンを押す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94960" y="46451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4800600"/>
            <a:ext cx="9144000" cy="804672"/>
          </a:xfrm>
          <a:prstGeom prst="roundRect">
            <a:avLst>
              <a:gd name="adj" fmla="val 13636"/>
            </a:avLst>
          </a:prstGeom>
          <a:solidFill>
            <a:srgbClr val="2A2A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4800600"/>
            <a:ext cx="8961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🎉  結果発表！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521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🏆  ポイントについて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問題を正解するとポイントがもらえる！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EE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後半の問題ほど高得点！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111130"/>
          </a:solidFill>
          <a:ln w="12700">
            <a:solidFill>
              <a:srgbClr val="44A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AA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Q1〜Q3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100〜200pt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91840" y="22860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111130"/>
          </a:solidFill>
          <a:ln w="12700">
            <a:solidFill>
              <a:srgbClr val="55EE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3774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5EE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Q4〜Q6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0" y="301752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250〜350pt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26480" y="22860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111130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3774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Q7〜Q9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26480" y="301752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400〜500pt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961120" y="22860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111130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23774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Q10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61120" y="301752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550pt 🔥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11155680" cy="1005840"/>
          </a:xfrm>
          <a:prstGeom prst="roundRect">
            <a:avLst>
              <a:gd name="adj" fmla="val 16364"/>
            </a:avLst>
          </a:prstGeom>
          <a:solidFill>
            <a:srgbClr val="3A2A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5488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🌟 10問ぜんぶ正解したらスペシャルボーナス！！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36208"/>
            <a:ext cx="12192000" cy="16459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74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0" y="274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0" y="274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0" y="274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1188720"/>
            <a:ext cx="11521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🚃 さあ、しゅっぱつ！！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74320" y="2468880"/>
            <a:ext cx="11521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チームワークで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ゴールを目指せ！🏆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74320" y="4297680"/>
            <a:ext cx="11521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EE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みんなで協力して答えよう！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5349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743200" y="5349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🌟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29200" y="5349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200" y="5349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🌟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01200" y="5349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2026-05-22T15:26:33Z</dcterms:created>
  <dcterms:modified xsi:type="dcterms:W3CDTF">2026-05-22T15:26:33Z</dcterms:modified>
</cp:coreProperties>
</file>